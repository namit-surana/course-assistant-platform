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explains our project.</a:t>
            </a:r>
          </a:p>
          <a:p>
            <a:r>
              <a:t>We analyze PPTs using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Extract text</a:t>
            </a:r>
          </a:p>
          <a:p>
            <a:r>
              <a:t>2. Send to AI</a:t>
            </a:r>
          </a:p>
          <a:p>
            <a:r>
              <a:t>3. Score based on rubric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generates scores and feedback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approach improves evaluation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